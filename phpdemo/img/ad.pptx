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7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24C4F7-C9DC-9B8D-42FA-417A399152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7DA8011-76F4-1EEE-82ED-1AF8DD773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32792E-3D30-F70B-A2EC-7803EEFE8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BEB7C-4318-4140-8F86-8AEB7E7BC158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90D125-A6B1-452A-4C99-4EB939B9F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70FD54-0BFC-3F4D-365A-94412EC06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49AB-521E-4235-857E-311D5BA2A5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4614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FD5ADA-F37E-D037-7925-30A744F89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2A24867-B47B-41AE-8AB3-2B7A09A28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099311-6412-A604-53E3-C6B05232D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BEB7C-4318-4140-8F86-8AEB7E7BC158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3673C0-90B9-3CE0-81A6-196D7CE9E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4F0A46-68CF-3D2C-3BF9-596DCB3E5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49AB-521E-4235-857E-311D5BA2A5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3752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4FB6F1-CD32-BAFE-C5DB-C5D03DDA5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B746313-1A98-151C-2CFC-E22A300E1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F42BDE4-C9A6-6EAC-A2E6-8EA42EF01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BEB7C-4318-4140-8F86-8AEB7E7BC158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412EAB-11CD-F5E3-1701-8CA305A98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A547A2-544A-3826-B84D-C08AE07E0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49AB-521E-4235-857E-311D5BA2A5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2791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B2D496-F124-6879-61C5-455A0DFAF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68A609-1042-535F-EF47-0A324437D2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6CEA6E8-1FAD-4925-1A65-1F8F2FF4F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4330264-2BC0-8796-ACEB-56573478C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BEB7C-4318-4140-8F86-8AEB7E7BC158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F964EEC-4329-C582-F34C-2CBC7537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74226B-A3BF-7D25-707E-90D76748A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49AB-521E-4235-857E-311D5BA2A5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7293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4532C5-0E10-B34E-3D8F-313890ED1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11C88F8-1FFF-EA60-330D-42DC5BE31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E6E2B4A-7A1B-2728-B381-FB0866938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4894FB9-DB1D-BF76-CB50-F5CC8E0BE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DDBE823-7D16-48E1-BCA6-3042660AD1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505228D-FB38-283D-6142-C18662794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BEB7C-4318-4140-8F86-8AEB7E7BC158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F8F3550-8B37-B8CC-E158-C02DCC827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F16FC5C-62A3-CAC3-7EF1-653402F3E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49AB-521E-4235-857E-311D5BA2A5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610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DD8902-1671-00D9-D5C5-BD4A88787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05A2D67-0B29-8606-ABEA-A2B40DA3B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BEB7C-4318-4140-8F86-8AEB7E7BC158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1558D20-1312-37E3-84F1-59A698C9D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8813340-3496-F04F-A725-13055F5DA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49AB-521E-4235-857E-311D5BA2A5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661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B27AE8C-C0EA-1137-B24E-E87944902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BEB7C-4318-4140-8F86-8AEB7E7BC158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6E09EC3-D83E-14A3-213B-0B0666B83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E277E1B-DC1F-3D21-E41F-323FFC852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49AB-521E-4235-857E-311D5BA2A5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0554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E3383A-0E96-0D09-0AEE-A7B9C89A5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90B0E2E-3C39-87DA-A75A-C68FC8602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84ABBD9-220A-1E44-60E0-66C65A19E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F72AE86-DC11-1054-F193-B413E6D2B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BEB7C-4318-4140-8F86-8AEB7E7BC158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4A9CC9A-051D-5D67-A2F6-8CFF7261D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96A18AA-25F7-F3F8-CDC1-53F23A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49AB-521E-4235-857E-311D5BA2A5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6050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D41A57-16E4-1ECB-2358-C8FD8D427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2CB29DE-C354-12A5-16B5-87734934E9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9BE6286-F78D-E637-719D-60A3BD9C5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9326647-1DB2-BD7D-960B-C16FD471D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BEB7C-4318-4140-8F86-8AEB7E7BC158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8492E74-ECA8-7F03-5DE6-7F423C117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D39B6F2-8735-E5DA-CE65-A4383AFB0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49AB-521E-4235-857E-311D5BA2A5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2410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94F5EF-266A-D66B-EAF2-4A2E82A43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DA5BA4A-B220-7596-130A-9113C96D5E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FA5EA6-FE6F-9D1D-9BFD-DD825121D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BEB7C-4318-4140-8F86-8AEB7E7BC158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A83EEA-099F-3B90-D708-E41F085D9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9C65D8-3EA7-C45D-8EA2-CA6578AC7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49AB-521E-4235-857E-311D5BA2A5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0040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8CE4BB2-60D6-B4C9-B044-7B2793E6FD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5D0F18E-E93B-D881-08FA-0474CF40A8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FA1082-8766-BD14-A84F-8AEC5BBB7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BEB7C-4318-4140-8F86-8AEB7E7BC158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E464D3-EFC8-C780-8989-1A5CE0A3D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61DAD77-FE42-235D-1773-614067EAC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49AB-521E-4235-857E-311D5BA2A5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7243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99D7047-3D76-6073-1DA2-9F049C44D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2282867-252F-D93F-D77F-F40C742E0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3C60C07-3F5C-6C54-C783-503C775105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BEB7C-4318-4140-8F86-8AEB7E7BC158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77A843F-FC81-ED8E-EBC2-6FA529F601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202A77-D963-328F-D486-7FFEF74A9B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C949AB-521E-4235-857E-311D5BA2A5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7939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EBA549-21A9-D63F-76C0-A85A4E630F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91FDA94-8AA4-68DE-1706-8F8C1A3D59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741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7CDB53CD-659A-E9F1-6F8F-5B1C7194A6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408714" y="1344385"/>
            <a:ext cx="4739367" cy="5017549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030E60A-F9C5-AA63-435C-6A78BFE0D9A7}"/>
              </a:ext>
            </a:extLst>
          </p:cNvPr>
          <p:cNvSpPr txBox="1"/>
          <p:nvPr/>
        </p:nvSpPr>
        <p:spPr>
          <a:xfrm>
            <a:off x="3003004" y="1937814"/>
            <a:ext cx="3775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 dirty="0">
                <a:solidFill>
                  <a:srgbClr val="FF0000"/>
                </a:solidFill>
              </a:rPr>
              <a:t>絶対儲かる副業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A30D7A4-B11B-4560-C829-25F896104CD3}"/>
              </a:ext>
            </a:extLst>
          </p:cNvPr>
          <p:cNvSpPr txBox="1"/>
          <p:nvPr/>
        </p:nvSpPr>
        <p:spPr>
          <a:xfrm>
            <a:off x="3003003" y="3075057"/>
            <a:ext cx="3775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 dirty="0">
                <a:solidFill>
                  <a:srgbClr val="FF0000"/>
                </a:solidFill>
              </a:rPr>
              <a:t>ここをクリック</a:t>
            </a:r>
          </a:p>
        </p:txBody>
      </p:sp>
    </p:spTree>
    <p:extLst>
      <p:ext uri="{BB962C8B-B14F-4D97-AF65-F5344CB8AC3E}">
        <p14:creationId xmlns:p14="http://schemas.microsoft.com/office/powerpoint/2010/main" val="3921012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</TotalTime>
  <Words>6</Words>
  <Application>Microsoft Office PowerPoint</Application>
  <PresentationFormat>ワイド画面</PresentationFormat>
  <Paragraphs>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2</cp:revision>
  <dcterms:created xsi:type="dcterms:W3CDTF">2025-04-15T02:19:29Z</dcterms:created>
  <dcterms:modified xsi:type="dcterms:W3CDTF">2025-04-15T05:59:05Z</dcterms:modified>
</cp:coreProperties>
</file>